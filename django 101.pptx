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585"/>
  </p:normalViewPr>
  <p:slideViewPr>
    <p:cSldViewPr snapToGrid="0" snapToObjects="1">
      <p:cViewPr varScale="1">
        <p:scale>
          <a:sx n="76" d="100"/>
          <a:sy n="76" d="100"/>
        </p:scale>
        <p:origin x="2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B031F-3F91-EB41-B88E-C88D0C3F59A7}" type="datetimeFigureOut">
              <a:rPr lang="en-US" smtClean="0"/>
              <a:t>1/16/21</a:t>
            </a:fld>
            <a:endParaRPr lang="en-US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83385-5DCC-5D47-9B11-B78B61F9D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72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83385-5DCC-5D47-9B11-B78B61F9DA5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1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389749F-93BB-1C4B-959F-1EC46D852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BA077B8-0784-C346-A45B-83ACAA4B2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96BF5AB-965C-ED4F-87C1-BE209DFC4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8ED8-6601-C341-99C7-E6F4E9DB194F}" type="datetimeFigureOut">
              <a:rPr lang="en-US" smtClean="0"/>
              <a:t>1/16/21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CBD21BA-E4F8-EA4D-83AA-80CFD0832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CF0D4A4-BE6B-5A4E-83FE-B6A20F7C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01FAB-79BF-324B-90AD-92B53C3D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1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BBCF3DF-54F1-724E-8B43-0263A5620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9F80399-53EB-A44A-A885-DE52AB676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F775135-182C-BB4E-9D45-1FD3C81F0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8ED8-6601-C341-99C7-E6F4E9DB194F}" type="datetimeFigureOut">
              <a:rPr lang="en-US" smtClean="0"/>
              <a:t>1/16/21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142A563-DD0E-0540-8DF4-BDB7C5140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C5BDF12-C8DB-FB40-92DF-9EBB407F8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01FAB-79BF-324B-90AD-92B53C3D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7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E1DAD9B-7AAD-8E48-B025-657E5183B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7BD7214-DF77-EF4C-952B-6AF6E562E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9C53754-829D-B24B-ADC8-114B89660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8ED8-6601-C341-99C7-E6F4E9DB194F}" type="datetimeFigureOut">
              <a:rPr lang="en-US" smtClean="0"/>
              <a:t>1/16/21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E49F697-282A-2B4B-9F7C-BE21740B7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E582ABF-9DE0-3C40-BB82-C6279D492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01FAB-79BF-324B-90AD-92B53C3D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90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258E1F-9479-6A41-BA85-6A95DBFC1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AE12996-62B1-1F4B-8500-4E4F9714F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6D064ED-8DB3-0349-A72D-F2D7F3D4D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722CDB9-88CE-AD46-9D63-ECAF454A1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8ED8-6601-C341-99C7-E6F4E9DB194F}" type="datetimeFigureOut">
              <a:rPr lang="en-US" smtClean="0"/>
              <a:t>1/16/21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DEEE6D0-DDB7-804B-9D0F-73BA8E6BE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B1EC6E8-E19B-C149-8CB9-EF0250F3B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01FAB-79BF-324B-90AD-92B53C3D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870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F48F160-7A56-EC4B-B92F-C02F9E05B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6449EBE-3A24-014F-929A-FD5769D97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E005CB0-F3C7-5A4D-A20D-961EB999B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19D7B322-8F3E-2847-BCCB-6AF879D9D8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FE9AF34A-3A52-D843-B502-17FCFC8419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276D4BC3-4BAF-1E46-A3EC-C009D9F14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8ED8-6601-C341-99C7-E6F4E9DB194F}" type="datetimeFigureOut">
              <a:rPr lang="en-US" smtClean="0"/>
              <a:t>1/16/21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16BEC5DB-F8F1-B643-B590-017C2571D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8DB590C0-22BD-E440-88D2-8B7AC346A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01FAB-79BF-324B-90AD-92B53C3D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956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4BE6DBF-83BE-A140-AD4A-B9640DD04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39174F0-5489-4949-BC43-BB60F6BF2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8ED8-6601-C341-99C7-E6F4E9DB194F}" type="datetimeFigureOut">
              <a:rPr lang="en-US" smtClean="0"/>
              <a:t>1/16/21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9C9A1BD-C043-054E-A9B9-4023F9886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A54A8196-A5DB-8542-B48F-A56F69612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01FAB-79BF-324B-90AD-92B53C3D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644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0D262C47-9297-374C-9336-80766DC66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8ED8-6601-C341-99C7-E6F4E9DB194F}" type="datetimeFigureOut">
              <a:rPr lang="en-US" smtClean="0"/>
              <a:t>1/16/21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D9DFFD2B-DA4A-454B-92BD-72DB432A1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CBA0FBC2-1169-874F-8168-C61004B67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01FAB-79BF-324B-90AD-92B53C3D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61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C1C5F98-D3AD-1245-8FDC-CACA0C7A1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AA4ABB6-B25F-7446-BC03-6BA310CF5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B11FBA6-1FFD-DE45-9259-6B8E29FA3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4997CF8-411E-E040-8287-1097889E0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8ED8-6601-C341-99C7-E6F4E9DB194F}" type="datetimeFigureOut">
              <a:rPr lang="en-US" smtClean="0"/>
              <a:t>1/16/21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53528BE-E766-614C-A4FA-D7A4F584D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5D5D046-944B-3641-A58F-839DFB4D7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01FAB-79BF-324B-90AD-92B53C3D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63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A0C255F-5C23-3F48-A2AF-4A7D03AFA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66C2C286-F40C-BB47-9A6F-3A9737B6D1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9F8DD54-D273-794C-A03B-771CF29A1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D961275-5D16-6141-8360-F77753286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8ED8-6601-C341-99C7-E6F4E9DB194F}" type="datetimeFigureOut">
              <a:rPr lang="en-US" smtClean="0"/>
              <a:t>1/16/21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9C76027-7ABB-774F-9579-78EC3E690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973F9C1-32E1-8A4A-80EF-D168064AD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01FAB-79BF-324B-90AD-92B53C3D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5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8552B72-CC14-DE49-8A54-802A49FBC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85F0BA0-FF79-0149-BD00-80AC1B13F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2BC9B11-CBB2-FB41-BCF5-E8E4CF71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8ED8-6601-C341-99C7-E6F4E9DB194F}" type="datetimeFigureOut">
              <a:rPr lang="en-US" smtClean="0"/>
              <a:t>1/16/21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E05AA48-5EAB-E648-91DD-CED1BD527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FDF8015-515E-DF4F-A979-52F47CABD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01FAB-79BF-324B-90AD-92B53C3D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61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FE5DE4CF-59BC-6B41-B255-A524B10CF3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E2E2895-5B49-334A-8355-1B4BA5B2C4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4DC2F7F-0188-5641-88EA-E44254A2E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8ED8-6601-C341-99C7-E6F4E9DB194F}" type="datetimeFigureOut">
              <a:rPr lang="en-US" smtClean="0"/>
              <a:t>1/16/21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FA19A3B-AFF7-C649-B461-EB7DEC685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9C4D886-0F0D-2440-83EA-4210ED6AF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01FAB-79BF-324B-90AD-92B53C3D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07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E5CFAC2D-8254-4740-9E9D-E43C658BF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A2FB016-130E-A449-9F3E-0AF9A1E08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71D5469-CC9C-5E48-B83F-DB85EE5F9D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78ED8-6601-C341-99C7-E6F4E9DB194F}" type="datetimeFigureOut">
              <a:rPr lang="en-US" smtClean="0"/>
              <a:t>1/16/21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F8484BC-8529-1F45-A1FA-2D4DE17653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3D0FC68-7D76-044B-90C4-5A0CFECC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01FAB-79BF-324B-90AD-92B53C3D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61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jangoproject.com/en/3.1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okfn.org/" TargetMode="External"/><Relationship Id="rId3" Type="http://schemas.openxmlformats.org/officeDocument/2006/relationships/hyperlink" Target="http://instagram.com/" TargetMode="External"/><Relationship Id="rId7" Type="http://schemas.openxmlformats.org/officeDocument/2006/relationships/hyperlink" Target="http://www.nationalgeographic.com/" TargetMode="External"/><Relationship Id="rId2" Type="http://schemas.openxmlformats.org/officeDocument/2006/relationships/hyperlink" Target="https://disqu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ozilla.org/" TargetMode="External"/><Relationship Id="rId5" Type="http://schemas.openxmlformats.org/officeDocument/2006/relationships/hyperlink" Target="http://www.macfound.org/" TargetMode="External"/><Relationship Id="rId10" Type="http://schemas.openxmlformats.org/officeDocument/2006/relationships/hyperlink" Target="http://www.openstack.org/" TargetMode="External"/><Relationship Id="rId4" Type="http://schemas.openxmlformats.org/officeDocument/2006/relationships/hyperlink" Target="http://www.knightfoundation.org/" TargetMode="External"/><Relationship Id="rId9" Type="http://schemas.openxmlformats.org/officeDocument/2006/relationships/hyperlink" Target="https://www.pinterest.com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9CFC56-4323-234F-8B46-DEA6F0FE2C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Django 101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8CF636A-34DF-BA4D-8419-B1ED26A7FC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16 </a:t>
            </a:r>
            <a:r>
              <a:rPr lang="en-US" dirty="0" err="1"/>
              <a:t>Ocak</a:t>
            </a:r>
            <a:r>
              <a:rPr lang="en-US" dirty="0"/>
              <a:t> 2021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997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8A857C9-9903-6148-8C76-89627E986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İçindekiler</a:t>
            </a:r>
            <a:endParaRPr lang="en-US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5DD168A-9A2D-1A46-9B3A-E037B1BBF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Django </a:t>
            </a:r>
            <a:r>
              <a:rPr lang="en-US" dirty="0" err="1"/>
              <a:t>temelleri</a:t>
            </a:r>
            <a:endParaRPr lang="en-US" dirty="0"/>
          </a:p>
          <a:p>
            <a:r>
              <a:rPr lang="en-US" dirty="0" err="1"/>
              <a:t>Django’ya</a:t>
            </a:r>
            <a:r>
              <a:rPr lang="en-US" dirty="0"/>
              <a:t> </a:t>
            </a:r>
            <a:r>
              <a:rPr lang="en-US" dirty="0" err="1"/>
              <a:t>dair</a:t>
            </a:r>
            <a:r>
              <a:rPr lang="en-US" dirty="0"/>
              <a:t> </a:t>
            </a:r>
            <a:r>
              <a:rPr lang="en-US" dirty="0" err="1"/>
              <a:t>önemli</a:t>
            </a:r>
            <a:r>
              <a:rPr lang="en-US" dirty="0"/>
              <a:t> </a:t>
            </a:r>
            <a:r>
              <a:rPr lang="en-US" dirty="0" err="1"/>
              <a:t>notlar</a:t>
            </a:r>
            <a:endParaRPr lang="en-US" dirty="0"/>
          </a:p>
          <a:p>
            <a:r>
              <a:rPr lang="en-US" dirty="0"/>
              <a:t>Django </a:t>
            </a:r>
            <a:r>
              <a:rPr lang="en-US" dirty="0" err="1"/>
              <a:t>kullananlar</a:t>
            </a:r>
            <a:endParaRPr lang="en-US" dirty="0"/>
          </a:p>
          <a:p>
            <a:r>
              <a:rPr lang="en-US" dirty="0" err="1"/>
              <a:t>Django’nun</a:t>
            </a:r>
            <a:r>
              <a:rPr lang="en-US" dirty="0"/>
              <a:t> </a:t>
            </a:r>
            <a:r>
              <a:rPr lang="en-US" dirty="0" err="1"/>
              <a:t>çalıştırılması</a:t>
            </a:r>
            <a:endParaRPr lang="en-US" dirty="0"/>
          </a:p>
          <a:p>
            <a:r>
              <a:rPr lang="en-US" dirty="0" err="1"/>
              <a:t>Cheatsheet</a:t>
            </a:r>
            <a:endParaRPr lang="en-US" dirty="0"/>
          </a:p>
          <a:p>
            <a:r>
              <a:rPr lang="en-US" dirty="0" err="1"/>
              <a:t>Soru-cevap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314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9DE5E08-D485-3649-8BB0-5F9218E52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Django </a:t>
            </a:r>
            <a:r>
              <a:rPr lang="en-US" b="1" dirty="0" err="1"/>
              <a:t>temelleri</a:t>
            </a:r>
            <a:endParaRPr lang="en-US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52BCC4E-9630-054F-B601-BFB1161D8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için</a:t>
            </a:r>
            <a:r>
              <a:rPr lang="en-US" dirty="0"/>
              <a:t> web framework</a:t>
            </a:r>
          </a:p>
          <a:p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amacı</a:t>
            </a:r>
            <a:r>
              <a:rPr lang="en-US" dirty="0"/>
              <a:t> </a:t>
            </a:r>
            <a:r>
              <a:rPr lang="en-US" dirty="0" err="1"/>
              <a:t>karmaşık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yapıda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web </a:t>
            </a:r>
            <a:r>
              <a:rPr lang="en-US" dirty="0" err="1"/>
              <a:t>uygulamaların</a:t>
            </a:r>
            <a:r>
              <a:rPr lang="en-US" dirty="0"/>
              <a:t> </a:t>
            </a:r>
            <a:r>
              <a:rPr lang="en-US" dirty="0" err="1"/>
              <a:t>kullanımını</a:t>
            </a:r>
            <a:r>
              <a:rPr lang="en-US" dirty="0"/>
              <a:t> </a:t>
            </a:r>
            <a:r>
              <a:rPr lang="en-US" dirty="0" err="1"/>
              <a:t>kolaylaştırmak</a:t>
            </a:r>
            <a:endParaRPr lang="en-US" dirty="0"/>
          </a:p>
          <a:p>
            <a:r>
              <a:rPr lang="en-US" dirty="0" err="1"/>
              <a:t>Amaca</a:t>
            </a:r>
            <a:r>
              <a:rPr lang="en-US" dirty="0"/>
              <a:t> </a:t>
            </a:r>
            <a:r>
              <a:rPr lang="en-US" dirty="0" err="1"/>
              <a:t>giden</a:t>
            </a:r>
            <a:r>
              <a:rPr lang="en-US" dirty="0"/>
              <a:t> </a:t>
            </a:r>
            <a:r>
              <a:rPr lang="en-US" dirty="0" err="1"/>
              <a:t>yol</a:t>
            </a:r>
            <a:r>
              <a:rPr lang="en-US" dirty="0"/>
              <a:t>: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kullanılabilirlik</a:t>
            </a:r>
            <a:r>
              <a:rPr lang="en-US" dirty="0"/>
              <a:t>, </a:t>
            </a:r>
            <a:r>
              <a:rPr lang="en-US" dirty="0" err="1"/>
              <a:t>modülerlik</a:t>
            </a:r>
            <a:r>
              <a:rPr lang="en-US" dirty="0"/>
              <a:t>, </a:t>
            </a:r>
            <a:r>
              <a:rPr lang="en-US" dirty="0" err="1"/>
              <a:t>hızlı</a:t>
            </a:r>
            <a:r>
              <a:rPr lang="en-US" dirty="0"/>
              <a:t> </a:t>
            </a:r>
            <a:r>
              <a:rPr lang="en-US" dirty="0" err="1"/>
              <a:t>geliştirme</a:t>
            </a:r>
            <a:endParaRPr lang="en-US" dirty="0"/>
          </a:p>
          <a:p>
            <a:r>
              <a:rPr lang="en-US" dirty="0"/>
              <a:t>MVT design pattern</a:t>
            </a:r>
          </a:p>
        </p:txBody>
      </p:sp>
    </p:spTree>
    <p:extLst>
      <p:ext uri="{BB962C8B-B14F-4D97-AF65-F5344CB8AC3E}">
        <p14:creationId xmlns:p14="http://schemas.microsoft.com/office/powerpoint/2010/main" val="1439323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D5742C8-B841-E44A-9AE9-DC269929D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Model-View-Template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B70A52D5-BDF4-BA47-BEEE-28C2FBC811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120" r="2" b="2"/>
          <a:stretch/>
        </p:blipFill>
        <p:spPr>
          <a:xfrm>
            <a:off x="841248" y="2516777"/>
            <a:ext cx="6236208" cy="366018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77367D6-2A07-4041-BD31-2FA25FDFF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r>
              <a:rPr lang="en-US" sz="2200" dirty="0" err="1"/>
              <a:t>İstekler</a:t>
            </a:r>
            <a:r>
              <a:rPr lang="en-US" sz="2200" dirty="0"/>
              <a:t> </a:t>
            </a:r>
            <a:r>
              <a:rPr lang="en-US" sz="2200" dirty="0" err="1"/>
              <a:t>view’e</a:t>
            </a:r>
            <a:r>
              <a:rPr lang="en-US" sz="2200" dirty="0"/>
              <a:t> </a:t>
            </a:r>
            <a:r>
              <a:rPr lang="en-US" sz="2200" dirty="0" err="1"/>
              <a:t>yapılır</a:t>
            </a:r>
            <a:endParaRPr lang="en-US" sz="2200" dirty="0"/>
          </a:p>
          <a:p>
            <a:r>
              <a:rPr lang="en-US" sz="2200" dirty="0"/>
              <a:t>View </a:t>
            </a:r>
            <a:r>
              <a:rPr lang="en-US" sz="2200" dirty="0" err="1"/>
              <a:t>modelden</a:t>
            </a:r>
            <a:r>
              <a:rPr lang="en-US" sz="2200" dirty="0"/>
              <a:t> data </a:t>
            </a:r>
            <a:r>
              <a:rPr lang="en-US" sz="2200" dirty="0" err="1"/>
              <a:t>alır</a:t>
            </a:r>
            <a:endParaRPr lang="en-US" sz="2200" dirty="0"/>
          </a:p>
          <a:p>
            <a:r>
              <a:rPr lang="en-US" sz="2200" dirty="0"/>
              <a:t>Template render </a:t>
            </a:r>
            <a:r>
              <a:rPr lang="en-US" sz="2200" dirty="0" err="1"/>
              <a:t>olur</a:t>
            </a:r>
            <a:endParaRPr lang="en-US" sz="2200" dirty="0"/>
          </a:p>
          <a:p>
            <a:r>
              <a:rPr lang="en-US" sz="2200" dirty="0" err="1"/>
              <a:t>Template’de</a:t>
            </a:r>
            <a:r>
              <a:rPr lang="en-US" sz="2200" dirty="0"/>
              <a:t> DTL (Django language template) </a:t>
            </a:r>
            <a:r>
              <a:rPr lang="en-US" sz="2200" dirty="0" err="1"/>
              <a:t>karıştırılarak</a:t>
            </a:r>
            <a:r>
              <a:rPr lang="en-US" sz="2200" dirty="0"/>
              <a:t> front-end </a:t>
            </a:r>
            <a:r>
              <a:rPr lang="en-US" sz="2200" dirty="0" err="1"/>
              <a:t>tasarlanır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593079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072816-647D-804A-89A3-1835925C2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Django’ya</a:t>
            </a:r>
            <a:r>
              <a:rPr lang="en-US" b="1" dirty="0"/>
              <a:t> </a:t>
            </a:r>
            <a:r>
              <a:rPr lang="en-US" b="1" dirty="0" err="1"/>
              <a:t>dahil</a:t>
            </a:r>
            <a:r>
              <a:rPr lang="en-US" b="1" dirty="0"/>
              <a:t> </a:t>
            </a:r>
            <a:r>
              <a:rPr lang="en-US" b="1" dirty="0" err="1"/>
              <a:t>önemli</a:t>
            </a:r>
            <a:r>
              <a:rPr lang="en-US" b="1" dirty="0"/>
              <a:t> </a:t>
            </a:r>
            <a:r>
              <a:rPr lang="en-US" b="1" dirty="0" err="1"/>
              <a:t>notlar</a:t>
            </a:r>
            <a:endParaRPr lang="en-US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EAD866F-5B1F-5045-A6BB-3EA15DF7B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Django User</a:t>
            </a:r>
          </a:p>
          <a:p>
            <a:pPr lvl="1"/>
            <a:r>
              <a:rPr lang="en-US" sz="2800" dirty="0" err="1"/>
              <a:t>Merkezi</a:t>
            </a:r>
            <a:r>
              <a:rPr lang="en-US" sz="2800" dirty="0"/>
              <a:t> authentication </a:t>
            </a:r>
            <a:r>
              <a:rPr lang="en-US" sz="2800" dirty="0" err="1"/>
              <a:t>ve</a:t>
            </a:r>
            <a:r>
              <a:rPr lang="en-US" sz="2800" dirty="0"/>
              <a:t> single access point </a:t>
            </a:r>
            <a:r>
              <a:rPr lang="en-US" sz="2800" dirty="0" err="1"/>
              <a:t>sağlar</a:t>
            </a:r>
            <a:endParaRPr lang="en-US" sz="2800" dirty="0"/>
          </a:p>
          <a:p>
            <a:pPr lvl="1"/>
            <a:r>
              <a:rPr lang="en-US" sz="2800" dirty="0" err="1"/>
              <a:t>Genişletilebilir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yapıdır</a:t>
            </a:r>
            <a:endParaRPr lang="en-US" sz="2800" dirty="0"/>
          </a:p>
          <a:p>
            <a:pPr lvl="1"/>
            <a:r>
              <a:rPr lang="en-US" sz="2800" dirty="0"/>
              <a:t>Authorization </a:t>
            </a:r>
            <a:r>
              <a:rPr lang="en-US" sz="2800" dirty="0" err="1"/>
              <a:t>sağlar</a:t>
            </a:r>
            <a:endParaRPr lang="en-US" sz="2800" dirty="0"/>
          </a:p>
          <a:p>
            <a:pPr lvl="1"/>
            <a:r>
              <a:rPr lang="en-US" sz="2800" dirty="0"/>
              <a:t>Roller </a:t>
            </a:r>
            <a:r>
              <a:rPr lang="en-US" sz="2800" dirty="0" err="1"/>
              <a:t>oluşturarak</a:t>
            </a:r>
            <a:r>
              <a:rPr lang="en-US" sz="2800" dirty="0"/>
              <a:t>, </a:t>
            </a:r>
            <a:r>
              <a:rPr lang="en-US" sz="2800" dirty="0" err="1"/>
              <a:t>permissionlar</a:t>
            </a:r>
            <a:r>
              <a:rPr lang="en-US" sz="2800" dirty="0"/>
              <a:t> </a:t>
            </a:r>
            <a:r>
              <a:rPr lang="en-US" sz="2800" dirty="0" err="1"/>
              <a:t>tanımlayabilmeyi</a:t>
            </a:r>
            <a:r>
              <a:rPr lang="en-US" sz="2800" dirty="0"/>
              <a:t> </a:t>
            </a:r>
            <a:r>
              <a:rPr lang="en-US" sz="2800" dirty="0" err="1"/>
              <a:t>sağlar</a:t>
            </a:r>
            <a:endParaRPr lang="en-US" sz="2800" dirty="0"/>
          </a:p>
          <a:p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4136ECF-5E3A-7146-841E-E4260EF4A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00" y="4383617"/>
            <a:ext cx="77978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708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82C6E2-665D-2441-B212-B797FC42D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Django’ya</a:t>
            </a:r>
            <a:r>
              <a:rPr lang="en-US" b="1" dirty="0"/>
              <a:t> </a:t>
            </a:r>
            <a:r>
              <a:rPr lang="en-US" b="1" dirty="0" err="1"/>
              <a:t>dair</a:t>
            </a:r>
            <a:r>
              <a:rPr lang="en-US" b="1" dirty="0"/>
              <a:t> </a:t>
            </a:r>
            <a:r>
              <a:rPr lang="en-US" b="1" dirty="0" err="1"/>
              <a:t>önemli</a:t>
            </a:r>
            <a:r>
              <a:rPr lang="en-US" b="1" dirty="0"/>
              <a:t> </a:t>
            </a:r>
            <a:r>
              <a:rPr lang="en-US" b="1" dirty="0" err="1"/>
              <a:t>notlar</a:t>
            </a:r>
            <a:endParaRPr lang="en-US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9864A3B-40DB-BB4E-B409-1EBA79577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Gömülü</a:t>
            </a:r>
            <a:r>
              <a:rPr lang="en-US" dirty="0"/>
              <a:t> </a:t>
            </a:r>
            <a:r>
              <a:rPr lang="en-US" dirty="0" err="1"/>
              <a:t>veritabanı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ORM</a:t>
            </a:r>
          </a:p>
          <a:p>
            <a:pPr lvl="1"/>
            <a:r>
              <a:rPr lang="en-US" dirty="0"/>
              <a:t>Default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sqlite</a:t>
            </a:r>
            <a:r>
              <a:rPr lang="en-US" dirty="0"/>
              <a:t> </a:t>
            </a:r>
            <a:r>
              <a:rPr lang="en-US" dirty="0" err="1"/>
              <a:t>kuruludur</a:t>
            </a:r>
            <a:endParaRPr lang="en-US" dirty="0"/>
          </a:p>
          <a:p>
            <a:pPr lvl="1"/>
            <a:r>
              <a:rPr lang="en-US" dirty="0" err="1"/>
              <a:t>Veritabanı</a:t>
            </a:r>
            <a:r>
              <a:rPr lang="en-US" dirty="0"/>
              <a:t> </a:t>
            </a:r>
            <a:r>
              <a:rPr lang="en-US" dirty="0" err="1"/>
              <a:t>tercihinizi</a:t>
            </a:r>
            <a:r>
              <a:rPr lang="en-US" dirty="0"/>
              <a:t> </a:t>
            </a:r>
            <a:r>
              <a:rPr lang="en-US" dirty="0" err="1"/>
              <a:t>herhangi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RDB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NoSql</a:t>
            </a:r>
            <a:r>
              <a:rPr lang="en-US" dirty="0"/>
              <a:t> </a:t>
            </a:r>
            <a:r>
              <a:rPr lang="en-US" dirty="0" err="1"/>
              <a:t>yapabilirsiniz</a:t>
            </a:r>
            <a:endParaRPr lang="en-US" dirty="0"/>
          </a:p>
          <a:p>
            <a:pPr lvl="1"/>
            <a:r>
              <a:rPr lang="en-US" dirty="0"/>
              <a:t>Object-relational-map </a:t>
            </a:r>
            <a:r>
              <a:rPr lang="en-US" dirty="0" err="1"/>
              <a:t>otomatik</a:t>
            </a:r>
            <a:r>
              <a:rPr lang="en-US" dirty="0"/>
              <a:t> </a:t>
            </a:r>
            <a:r>
              <a:rPr lang="en-US" dirty="0" err="1"/>
              <a:t>sağlanır</a:t>
            </a:r>
            <a:endParaRPr lang="en-US" dirty="0"/>
          </a:p>
          <a:p>
            <a:pPr lvl="1"/>
            <a:r>
              <a:rPr lang="en-US" dirty="0"/>
              <a:t>ORM </a:t>
            </a:r>
            <a:r>
              <a:rPr lang="en-US" dirty="0" err="1"/>
              <a:t>dolayısıyla</a:t>
            </a:r>
            <a:r>
              <a:rPr lang="en-US" dirty="0"/>
              <a:t> </a:t>
            </a:r>
            <a:r>
              <a:rPr lang="en-US" dirty="0" err="1"/>
              <a:t>herhangi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SQL </a:t>
            </a:r>
            <a:r>
              <a:rPr lang="en-US" dirty="0" err="1"/>
              <a:t>kodu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database </a:t>
            </a:r>
            <a:r>
              <a:rPr lang="en-US" dirty="0" err="1"/>
              <a:t>bağlantısı</a:t>
            </a:r>
            <a:r>
              <a:rPr lang="en-US" dirty="0"/>
              <a:t> </a:t>
            </a:r>
            <a:r>
              <a:rPr lang="en-US" dirty="0" err="1"/>
              <a:t>yapmanıza</a:t>
            </a:r>
            <a:r>
              <a:rPr lang="en-US" dirty="0"/>
              <a:t> </a:t>
            </a:r>
            <a:r>
              <a:rPr lang="en-US" dirty="0" err="1"/>
              <a:t>gerek</a:t>
            </a:r>
            <a:r>
              <a:rPr lang="en-US" dirty="0"/>
              <a:t> </a:t>
            </a:r>
            <a:r>
              <a:rPr lang="en-US" dirty="0" err="1"/>
              <a:t>kalmaz</a:t>
            </a:r>
            <a:endParaRPr lang="en-US" dirty="0"/>
          </a:p>
          <a:p>
            <a:pPr lvl="1"/>
            <a:r>
              <a:rPr lang="en-US" dirty="0"/>
              <a:t>ORM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kompleks</a:t>
            </a:r>
            <a:r>
              <a:rPr lang="en-US" dirty="0"/>
              <a:t> </a:t>
            </a:r>
            <a:r>
              <a:rPr lang="en-US" dirty="0" err="1"/>
              <a:t>kodlar</a:t>
            </a:r>
            <a:r>
              <a:rPr lang="en-US" dirty="0"/>
              <a:t> </a:t>
            </a:r>
            <a:r>
              <a:rPr lang="en-US" dirty="0" err="1"/>
              <a:t>yazabilirsiniz</a:t>
            </a:r>
            <a:endParaRPr lang="en-US" dirty="0"/>
          </a:p>
        </p:txBody>
      </p:sp>
      <p:pic>
        <p:nvPicPr>
          <p:cNvPr id="5" name="Resim 4" descr="metin içeren bir resim&#10;&#10;Açıklama otomatik olarak oluşturuldu">
            <a:extLst>
              <a:ext uri="{FF2B5EF4-FFF2-40B4-BE49-F238E27FC236}">
                <a16:creationId xmlns:a16="http://schemas.microsoft.com/office/drawing/2014/main" id="{CA35B107-248F-7449-BB0A-13E85DCBA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0" y="4826000"/>
            <a:ext cx="40386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684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CCA789-E706-474E-ACEF-71D8221ED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Django’ya</a:t>
            </a:r>
            <a:r>
              <a:rPr lang="en-US" b="1" dirty="0"/>
              <a:t> </a:t>
            </a:r>
            <a:r>
              <a:rPr lang="en-US" b="1" dirty="0" err="1"/>
              <a:t>dair</a:t>
            </a:r>
            <a:r>
              <a:rPr lang="en-US" b="1" dirty="0"/>
              <a:t> </a:t>
            </a:r>
            <a:r>
              <a:rPr lang="en-US" b="1" dirty="0" err="1"/>
              <a:t>önemli</a:t>
            </a:r>
            <a:r>
              <a:rPr lang="en-US" b="1" dirty="0"/>
              <a:t> </a:t>
            </a:r>
            <a:r>
              <a:rPr lang="en-US" b="1" dirty="0" err="1"/>
              <a:t>notlar</a:t>
            </a:r>
            <a:endParaRPr lang="en-US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5F90245-F981-E346-B996-019C2BB7C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Yönetim</a:t>
            </a:r>
            <a:r>
              <a:rPr lang="en-US" dirty="0"/>
              <a:t> </a:t>
            </a:r>
            <a:r>
              <a:rPr lang="en-US" dirty="0" err="1"/>
              <a:t>paneli</a:t>
            </a:r>
            <a:endParaRPr lang="en-US" dirty="0"/>
          </a:p>
          <a:p>
            <a:pPr lvl="1"/>
            <a:r>
              <a:rPr lang="en-US" dirty="0"/>
              <a:t>Django </a:t>
            </a:r>
            <a:r>
              <a:rPr lang="en-US" dirty="0" err="1"/>
              <a:t>kendisi</a:t>
            </a:r>
            <a:r>
              <a:rPr lang="en-US" dirty="0"/>
              <a:t> admin </a:t>
            </a:r>
            <a:r>
              <a:rPr lang="en-US" dirty="0" err="1"/>
              <a:t>paneli</a:t>
            </a:r>
            <a:r>
              <a:rPr lang="en-US" dirty="0"/>
              <a:t> </a:t>
            </a:r>
            <a:r>
              <a:rPr lang="en-US" dirty="0" err="1"/>
              <a:t>oluşturur</a:t>
            </a:r>
            <a:endParaRPr lang="en-US" dirty="0"/>
          </a:p>
          <a:p>
            <a:pPr lvl="1"/>
            <a:r>
              <a:rPr lang="en-US" dirty="0"/>
              <a:t>Admin </a:t>
            </a:r>
            <a:r>
              <a:rPr lang="en-US" dirty="0" err="1"/>
              <a:t>paneli</a:t>
            </a:r>
            <a:r>
              <a:rPr lang="en-US" dirty="0"/>
              <a:t>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superuser’lar</a:t>
            </a:r>
            <a:r>
              <a:rPr lang="en-US" dirty="0"/>
              <a:t>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endParaRPr lang="en-US" dirty="0"/>
          </a:p>
          <a:p>
            <a:pPr lvl="1"/>
            <a:r>
              <a:rPr lang="en-US" dirty="0" err="1"/>
              <a:t>Modelleriniz</a:t>
            </a:r>
            <a:r>
              <a:rPr lang="en-US" dirty="0"/>
              <a:t> </a:t>
            </a:r>
            <a:r>
              <a:rPr lang="en-US" dirty="0" err="1"/>
              <a:t>panele</a:t>
            </a:r>
            <a:r>
              <a:rPr lang="en-US" dirty="0"/>
              <a:t> </a:t>
            </a:r>
            <a:r>
              <a:rPr lang="en-US" dirty="0" err="1"/>
              <a:t>eklenir</a:t>
            </a:r>
            <a:r>
              <a:rPr lang="en-US" dirty="0"/>
              <a:t>, CRUD </a:t>
            </a:r>
            <a:r>
              <a:rPr lang="en-US" dirty="0" err="1"/>
              <a:t>işlemi</a:t>
            </a:r>
            <a:r>
              <a:rPr lang="en-US" dirty="0"/>
              <a:t> </a:t>
            </a:r>
            <a:r>
              <a:rPr lang="en-US" dirty="0" err="1"/>
              <a:t>yapılabilir</a:t>
            </a:r>
            <a:endParaRPr lang="en-US" dirty="0"/>
          </a:p>
          <a:p>
            <a:pPr lvl="1"/>
            <a:r>
              <a:rPr lang="en-US" dirty="0"/>
              <a:t>Database browser </a:t>
            </a:r>
            <a:r>
              <a:rPr lang="en-US" dirty="0" err="1"/>
              <a:t>kullanımına</a:t>
            </a:r>
            <a:r>
              <a:rPr lang="en-US" dirty="0"/>
              <a:t> </a:t>
            </a:r>
            <a:r>
              <a:rPr lang="en-US" dirty="0" err="1"/>
              <a:t>gerek</a:t>
            </a:r>
            <a:r>
              <a:rPr lang="en-US" dirty="0"/>
              <a:t> </a:t>
            </a:r>
            <a:r>
              <a:rPr lang="en-US" dirty="0" err="1"/>
              <a:t>kalmaz</a:t>
            </a:r>
            <a:endParaRPr lang="en-US" dirty="0"/>
          </a:p>
          <a:p>
            <a:pPr lvl="1"/>
            <a:r>
              <a:rPr lang="en-US" dirty="0"/>
              <a:t>Admin </a:t>
            </a:r>
            <a:r>
              <a:rPr lang="en-US" dirty="0" err="1"/>
              <a:t>paneli</a:t>
            </a:r>
            <a:r>
              <a:rPr lang="en-US" dirty="0"/>
              <a:t> </a:t>
            </a:r>
            <a:r>
              <a:rPr lang="en-US" dirty="0" err="1"/>
              <a:t>genişletilebilir</a:t>
            </a:r>
            <a:r>
              <a:rPr lang="en-US" dirty="0"/>
              <a:t>: ordering, listing, searching, displaying </a:t>
            </a:r>
            <a:r>
              <a:rPr lang="en-US" dirty="0" err="1"/>
              <a:t>ihtiyaca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ayarlanabilir</a:t>
            </a:r>
            <a:endParaRPr lang="en-US" dirty="0"/>
          </a:p>
          <a:p>
            <a:pPr lvl="1"/>
            <a:r>
              <a:rPr lang="en-US" dirty="0" err="1"/>
              <a:t>Yönetim</a:t>
            </a:r>
            <a:r>
              <a:rPr lang="en-US" dirty="0"/>
              <a:t> </a:t>
            </a:r>
            <a:r>
              <a:rPr lang="en-US" dirty="0" err="1"/>
              <a:t>paneli</a:t>
            </a:r>
            <a:r>
              <a:rPr lang="en-US" dirty="0"/>
              <a:t> </a:t>
            </a:r>
            <a:r>
              <a:rPr lang="en-US" dirty="0" err="1"/>
              <a:t>rollere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kısıtlanabilir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188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733B713-3F55-4541-A571-897BE0D60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Django’ya</a:t>
            </a:r>
            <a:r>
              <a:rPr lang="en-US" b="1" dirty="0"/>
              <a:t> </a:t>
            </a:r>
            <a:r>
              <a:rPr lang="en-US" b="1" dirty="0" err="1"/>
              <a:t>dair</a:t>
            </a:r>
            <a:r>
              <a:rPr lang="en-US" b="1" dirty="0"/>
              <a:t> </a:t>
            </a:r>
            <a:r>
              <a:rPr lang="en-US" b="1" dirty="0" err="1"/>
              <a:t>önemli</a:t>
            </a:r>
            <a:r>
              <a:rPr lang="en-US" b="1" dirty="0"/>
              <a:t> </a:t>
            </a:r>
            <a:r>
              <a:rPr lang="en-US" b="1" dirty="0" err="1"/>
              <a:t>notlar</a:t>
            </a:r>
            <a:endParaRPr lang="en-US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82A7014-43BF-AA48-BA73-4B8D2E45C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Dokümantasyon</a:t>
            </a:r>
            <a:r>
              <a:rPr lang="en-US" dirty="0"/>
              <a:t>! </a:t>
            </a:r>
            <a:r>
              <a:rPr lang="en-US" dirty="0">
                <a:sym typeface="Wingdings" pitchFamily="2" charset="2"/>
              </a:rPr>
              <a:t> </a:t>
            </a:r>
          </a:p>
          <a:p>
            <a:r>
              <a:rPr lang="en-US" dirty="0">
                <a:hlinkClick r:id="rId2"/>
              </a:rPr>
              <a:t>https://docs.djangoproject.com/en/3.1/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1017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BAF96B-1CAA-4748-A3CB-35D467974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Django </a:t>
            </a:r>
            <a:r>
              <a:rPr lang="en-US" b="1" dirty="0" err="1"/>
              <a:t>kullananlar</a:t>
            </a:r>
            <a:endParaRPr lang="en-US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072C1F1-C2BF-3C44-86D9-F88636669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1" dirty="0">
                <a:hlinkClick r:id="rId2"/>
              </a:rPr>
              <a:t>Disqus</a:t>
            </a:r>
            <a:endParaRPr lang="tr-TR" dirty="0"/>
          </a:p>
          <a:p>
            <a:r>
              <a:rPr lang="tr-TR" b="1" dirty="0">
                <a:hlinkClick r:id="rId3"/>
              </a:rPr>
              <a:t>Instagram</a:t>
            </a:r>
            <a:endParaRPr lang="tr-TR" dirty="0"/>
          </a:p>
          <a:p>
            <a:r>
              <a:rPr lang="tr-TR" b="1" dirty="0">
                <a:hlinkClick r:id="rId4"/>
              </a:rPr>
              <a:t>Knight Foundation</a:t>
            </a:r>
            <a:endParaRPr lang="tr-TR" dirty="0"/>
          </a:p>
          <a:p>
            <a:r>
              <a:rPr lang="tr-TR" b="1" dirty="0">
                <a:hlinkClick r:id="rId5"/>
              </a:rPr>
              <a:t>MacArthur Foundation</a:t>
            </a:r>
            <a:endParaRPr lang="tr-TR" dirty="0"/>
          </a:p>
          <a:p>
            <a:r>
              <a:rPr lang="tr-TR" b="1" dirty="0">
                <a:hlinkClick r:id="rId6"/>
              </a:rPr>
              <a:t>Mozilla</a:t>
            </a:r>
            <a:endParaRPr lang="tr-TR" dirty="0"/>
          </a:p>
          <a:p>
            <a:r>
              <a:rPr lang="tr-TR" b="1" dirty="0">
                <a:hlinkClick r:id="rId7"/>
              </a:rPr>
              <a:t>National Geographic</a:t>
            </a:r>
            <a:endParaRPr lang="tr-TR" dirty="0"/>
          </a:p>
          <a:p>
            <a:r>
              <a:rPr lang="tr-TR" b="1" dirty="0">
                <a:hlinkClick r:id="rId8"/>
              </a:rPr>
              <a:t>Open Knowledge Foundation</a:t>
            </a:r>
            <a:endParaRPr lang="tr-TR" dirty="0"/>
          </a:p>
          <a:p>
            <a:r>
              <a:rPr lang="tr-TR" b="1" dirty="0">
                <a:hlinkClick r:id="rId9"/>
              </a:rPr>
              <a:t>Pinterest</a:t>
            </a:r>
            <a:endParaRPr lang="tr-TR" dirty="0"/>
          </a:p>
          <a:p>
            <a:r>
              <a:rPr lang="tr-TR" b="1" dirty="0">
                <a:hlinkClick r:id="rId10"/>
              </a:rPr>
              <a:t>Open Stack</a:t>
            </a:r>
            <a:endParaRPr lang="tr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147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95BAC86-6548-1242-A3B6-201328DE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Django’nun çalıştırılması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5700906A-1CB8-7E44-8B53-5FFF90F85E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75" r="1184" b="-3"/>
          <a:stretch/>
        </p:blipFill>
        <p:spPr>
          <a:xfrm>
            <a:off x="841248" y="2516777"/>
            <a:ext cx="6236208" cy="366018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39FD34-97BE-40CD-93AC-6362CF467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67708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4255223-B2D4-5042-ABE3-8055E54C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Cheatsheet</a:t>
            </a:r>
          </a:p>
        </p:txBody>
      </p:sp>
      <p:pic>
        <p:nvPicPr>
          <p:cNvPr id="7" name="İçerik Yer Tutucusu 6" descr="metin içeren bir resim&#10;&#10;Açıklama otomatik olarak oluşturuldu">
            <a:extLst>
              <a:ext uri="{FF2B5EF4-FFF2-40B4-BE49-F238E27FC236}">
                <a16:creationId xmlns:a16="http://schemas.microsoft.com/office/drawing/2014/main" id="{B0ACADC6-5AE1-0242-969B-EA0F58704D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8223" y="2357860"/>
            <a:ext cx="4317777" cy="3660184"/>
          </a:xfrm>
        </p:spPr>
      </p:pic>
      <p:pic>
        <p:nvPicPr>
          <p:cNvPr id="10" name="Resim 9" descr="metin içeren bir resim&#10;&#10;Açıklama otomatik olarak oluşturuldu">
            <a:extLst>
              <a:ext uri="{FF2B5EF4-FFF2-40B4-BE49-F238E27FC236}">
                <a16:creationId xmlns:a16="http://schemas.microsoft.com/office/drawing/2014/main" id="{AB54FF83-1FB1-CC4B-94D0-58E26176C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57860"/>
            <a:ext cx="4808151" cy="366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459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A13B1E0-A8A4-D84D-9F41-0157A20CC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Soru-cevap</a:t>
            </a:r>
            <a:endParaRPr lang="en-US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960493A-4DA7-7544-BD48-65810BE40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Katılımınız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teşekkürler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496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226</Words>
  <Application>Microsoft Macintosh PowerPoint</Application>
  <PresentationFormat>Geniş ekran</PresentationFormat>
  <Paragraphs>58</Paragraphs>
  <Slides>12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Teması</vt:lpstr>
      <vt:lpstr>Django 101</vt:lpstr>
      <vt:lpstr>İçindekiler</vt:lpstr>
      <vt:lpstr>Django temelleri</vt:lpstr>
      <vt:lpstr>Model-View-Template</vt:lpstr>
      <vt:lpstr>Django’ya dahil önemli notlar</vt:lpstr>
      <vt:lpstr>Django’ya dair önemli notlar</vt:lpstr>
      <vt:lpstr>Django’ya dair önemli notlar</vt:lpstr>
      <vt:lpstr>Django’ya dair önemli notlar</vt:lpstr>
      <vt:lpstr>Django kullananlar</vt:lpstr>
      <vt:lpstr>Django’nun çalıştırılması</vt:lpstr>
      <vt:lpstr>Cheatsheet</vt:lpstr>
      <vt:lpstr>Soru-cevap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101</dc:title>
  <dc:creator>Oguzhan ULUSOY</dc:creator>
  <cp:lastModifiedBy>Oguzhan ULUSOY</cp:lastModifiedBy>
  <cp:revision>6</cp:revision>
  <dcterms:created xsi:type="dcterms:W3CDTF">2021-01-16T09:12:29Z</dcterms:created>
  <dcterms:modified xsi:type="dcterms:W3CDTF">2021-01-16T10:42:41Z</dcterms:modified>
</cp:coreProperties>
</file>